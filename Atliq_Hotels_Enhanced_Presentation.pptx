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61" r:id="rId29"/>
    <p:sldId id="263" r:id="rId30"/>
    <p:sldId id="264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3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08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77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5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4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3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9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1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6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13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48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68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79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72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80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8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3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hilkumar-dataAnalys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1744394"/>
            <a:ext cx="7166212" cy="1757547"/>
          </a:xfrm>
        </p:spPr>
        <p:txBody>
          <a:bodyPr/>
          <a:lstStyle/>
          <a:p>
            <a:r>
              <a:rPr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AtliQ</a:t>
            </a:r>
            <a:r>
              <a:rPr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Hotels </a:t>
            </a:r>
            <a:br>
              <a:rPr lang="en-US" dirty="0"/>
            </a:b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Exploratory Data Analysis in the Hospitality Domain</a:t>
            </a:r>
            <a:r>
              <a:rPr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1600" dirty="0">
                <a:solidFill>
                  <a:schemeClr val="bg1"/>
                </a:solidFill>
                <a:highlight>
                  <a:srgbClr val="FF00FF"/>
                </a:highlight>
              </a:rPr>
              <a:t>By: Akhil </a:t>
            </a:r>
            <a:r>
              <a:rPr lang="en-US" sz="1600" dirty="0">
                <a:solidFill>
                  <a:schemeClr val="bg1"/>
                </a:solidFill>
                <a:highlight>
                  <a:srgbClr val="FF00FF"/>
                </a:highlight>
              </a:rPr>
              <a:t>Kumar</a:t>
            </a:r>
            <a:r>
              <a:rPr sz="1600" dirty="0">
                <a:solidFill>
                  <a:schemeClr val="bg1"/>
                </a:solidFill>
                <a:highlight>
                  <a:srgbClr val="FF00FF"/>
                </a:highlight>
              </a:rPr>
              <a:t> • Aspiring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End-to-end Python-based hotel data analysis</a:t>
            </a:r>
          </a:p>
          <a:p>
            <a:pPr marL="0" indent="0">
              <a:buNone/>
            </a:pPr>
            <a:r>
              <a:rPr dirty="0"/>
              <a:t>• Involved cleaning, merging, transforming datasets</a:t>
            </a:r>
          </a:p>
          <a:p>
            <a:pPr marL="0" indent="0">
              <a:buNone/>
            </a:pPr>
            <a:r>
              <a:rPr dirty="0"/>
              <a:t>• KPI calculations: Occupancy %, ADR, Revenue</a:t>
            </a:r>
          </a:p>
          <a:p>
            <a:pPr marL="0" indent="0">
              <a:buNone/>
            </a:pPr>
            <a:r>
              <a:rPr dirty="0"/>
              <a:t>• Insights generated for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dim_date.csv</a:t>
            </a:r>
          </a:p>
          <a:p>
            <a:r>
              <a:t>• dim_hotels.csv</a:t>
            </a:r>
          </a:p>
          <a:p>
            <a:r>
              <a:t>• dim_rooms.csv</a:t>
            </a:r>
          </a:p>
          <a:p>
            <a:r>
              <a:t>• fact_aggregated_bookings.csv</a:t>
            </a:r>
          </a:p>
          <a:p>
            <a:r>
              <a:t>• fact_bookings.csv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Importing Data</a:t>
            </a:r>
          </a:p>
          <a:p>
            <a:r>
              <a:t>2. Exploratory Data Analysis (EDA)</a:t>
            </a:r>
          </a:p>
          <a:p>
            <a:r>
              <a:t>3. Data Cleaning &amp; Merging</a:t>
            </a:r>
          </a:p>
          <a:p>
            <a:r>
              <a:t>4. KPI Creation</a:t>
            </a:r>
          </a:p>
          <a:p>
            <a:r>
              <a:t>5. Trend Analysis</a:t>
            </a:r>
          </a:p>
          <a:p>
            <a:r>
              <a:t>6. Final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 Stack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 (pandas, </a:t>
            </a:r>
            <a:r>
              <a:rPr dirty="0" err="1"/>
              <a:t>numpy</a:t>
            </a:r>
            <a:r>
              <a:rPr dirty="0"/>
              <a:t>, matplotlib)</a:t>
            </a:r>
            <a:endParaRPr lang="en-US"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Jupyter</a:t>
            </a:r>
            <a:r>
              <a:rPr dirty="0"/>
              <a:t> Notebook</a:t>
            </a:r>
          </a:p>
          <a:p>
            <a:pPr marL="0" indent="0">
              <a:buNone/>
            </a:pPr>
            <a:r>
              <a:rPr dirty="0"/>
              <a:t>• Excel/CSV Inputs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92AA-7BDB-45A5-A039-30E4624A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effectLst/>
                <a:latin typeface="system-ui"/>
              </a:rPr>
              <a:t>1. Data Import and Data Exploration</a:t>
            </a:r>
            <a:br>
              <a:rPr lang="en-US" b="0" i="0" dirty="0">
                <a:effectLst/>
                <a:latin typeface="system-ui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7D358-D323-4FFD-8015-5B10F396E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645920"/>
            <a:ext cx="8623495" cy="493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9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760912-3249-4BDB-9202-8F11293C1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39151"/>
            <a:ext cx="8792308" cy="62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63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169478-6AE8-49F2-88F0-09C191C5A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4" y="126609"/>
            <a:ext cx="8764171" cy="4183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4F1164-F223-41DE-A249-EEEB7B63D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2" y="4309630"/>
            <a:ext cx="8721969" cy="242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77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20DC4E-248B-442D-956E-0AAA53873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196948"/>
            <a:ext cx="8525021" cy="34325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A27AE6-27A8-4E3F-9750-8676CD995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4" y="3629465"/>
            <a:ext cx="8525021" cy="303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15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8E710-D68D-4548-99E3-FF8047A1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57214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effectLst/>
                <a:latin typeface="system-ui"/>
              </a:rPr>
              <a:t> </a:t>
            </a:r>
            <a:br>
              <a:rPr lang="en-US" b="0" i="0" dirty="0">
                <a:effectLst/>
                <a:latin typeface="system-ui"/>
              </a:rPr>
            </a:br>
            <a:br>
              <a:rPr lang="en-US" b="0" i="0" dirty="0">
                <a:effectLst/>
                <a:latin typeface="system-ui"/>
              </a:rPr>
            </a:br>
            <a:r>
              <a:rPr lang="en-US" b="0" i="0" dirty="0">
                <a:effectLst/>
                <a:latin typeface="system-ui"/>
              </a:rPr>
              <a:t>2. Data Cleaning</a:t>
            </a:r>
            <a:br>
              <a:rPr lang="en-US" b="0" i="0" dirty="0">
                <a:effectLst/>
                <a:latin typeface="system-ui"/>
              </a:rPr>
            </a:br>
            <a:br>
              <a:rPr lang="en-US" b="0" i="0" dirty="0">
                <a:effectLst/>
                <a:latin typeface="system-ui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B7D6C-D499-4E3B-B18C-B56CF3A31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64898"/>
            <a:ext cx="8721969" cy="441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92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A972B4-92F8-4415-A787-53687B645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22" y="182880"/>
            <a:ext cx="8721967" cy="641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47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AF9E49-5F22-4D61-900D-F6CFE72B2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22" y="450166"/>
            <a:ext cx="8426547" cy="62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72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CFF113-E554-4D6D-B777-D64633FDD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37"/>
            <a:ext cx="9144000" cy="3742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51D058-543C-4E31-99DB-AB6824A61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0142"/>
            <a:ext cx="9144000" cy="308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17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853C4B-38DD-4248-AE69-80451E54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6" y="140678"/>
            <a:ext cx="8707901" cy="4375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C43392-D288-486D-A893-D15061496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76" y="4515729"/>
            <a:ext cx="8707901" cy="220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82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FC1D-72DC-452F-9898-B58EF89FB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effectLst/>
                <a:latin typeface="system-ui"/>
              </a:rPr>
              <a:t>3. Data Transformation</a:t>
            </a:r>
            <a:br>
              <a:rPr lang="en-US" b="0" i="0" dirty="0">
                <a:effectLst/>
                <a:latin typeface="system-ui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98BAB-E9C7-4C70-8A97-024FCA712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6" y="2124222"/>
            <a:ext cx="8764172" cy="445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0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27ED2-26CA-4AAC-81BA-2D8FCD762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15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9E41D5-8098-4ACB-9BF8-365C4D74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5612"/>
            <a:ext cx="9144000" cy="324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19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D233-335C-4A9B-8111-4272568D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effectLst/>
                <a:latin typeface="system-ui"/>
              </a:rPr>
              <a:t>4. Insights Generation</a:t>
            </a:r>
            <a:br>
              <a:rPr lang="en-US" b="0" i="0" dirty="0">
                <a:effectLst/>
                <a:latin typeface="system-ui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C7EDB-3A45-46EC-84A1-FC130F2F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" y="2293034"/>
            <a:ext cx="8806376" cy="429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9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91AFC0-7B77-449D-9C91-10780E261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1" y="0"/>
            <a:ext cx="8820443" cy="3547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DEB39-6713-4BB3-93CB-36C9CEBC1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76" y="3547043"/>
            <a:ext cx="8820443" cy="30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55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7A7FA-138B-4CC8-B3AD-1D5FF59C7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998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4AD2DC-E4CB-4297-8FA0-6518691BD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9803"/>
            <a:ext cx="9144000" cy="315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36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C06313-5B85-491D-AECE-D0B419052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" y="168812"/>
            <a:ext cx="8820444" cy="633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78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B5BEE2-F367-4552-9C7F-D39B0CE30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" y="295421"/>
            <a:ext cx="8764172" cy="6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17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70BE0F-1778-4301-82E0-93A38022D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4" y="140678"/>
            <a:ext cx="9045526" cy="3727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86CC6-CE01-4076-A6BA-B193AB5F4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4" y="3868616"/>
            <a:ext cx="9045526" cy="298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53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80561-17D9-468F-B366-83BDE7CE0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2" y="161778"/>
            <a:ext cx="9031458" cy="3431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64A8A7-8160-430E-A133-3F2AE849E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2" y="3592836"/>
            <a:ext cx="9031458" cy="310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79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A9BA70-B915-447E-A781-C01211C20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4" y="98475"/>
            <a:ext cx="8862646" cy="35731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4DF074-D075-4044-9BD0-7CD99790D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4" y="3671669"/>
            <a:ext cx="8862646" cy="298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39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DD177E-25C8-4BAA-A226-70AB0F34A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211015"/>
            <a:ext cx="8834511" cy="651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36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EA39BD-4D5B-41EF-9611-7F6F6877A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239"/>
            <a:ext cx="8736037" cy="49236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7FE3E6-0C83-4EC9-9B10-313B02C8E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115930"/>
            <a:ext cx="8736037" cy="154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09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9F16C-9153-4A94-90BB-7C043ADD0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4" y="140676"/>
            <a:ext cx="8778241" cy="651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872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Identified occupancy trends across hotels</a:t>
            </a:r>
          </a:p>
          <a:p>
            <a:r>
              <a:t>• Analyzed booking patterns &amp; seasonal variations</a:t>
            </a:r>
          </a:p>
          <a:p>
            <a:r>
              <a:t>• Revenue drivers highlighted using KPIs</a:t>
            </a:r>
          </a:p>
          <a:p>
            <a:r>
              <a:t>• Found data-quality issues and cleaned them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The project demonstrates end-to-end analytical workflow</a:t>
            </a:r>
          </a:p>
          <a:p>
            <a:pPr marL="0" indent="0">
              <a:buNone/>
            </a:pPr>
            <a:r>
              <a:rPr dirty="0"/>
              <a:t>• Shows strong data cleaning + transformation skills</a:t>
            </a:r>
          </a:p>
          <a:p>
            <a:pPr marL="0" indent="0">
              <a:buNone/>
            </a:pPr>
            <a:r>
              <a:rPr dirty="0"/>
              <a:t>• Provides insights relevant for hotel business strategy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Connect with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LinkedIn</a:t>
            </a:r>
            <a:r>
              <a:rPr lang="en-US" dirty="0"/>
              <a:t> </a:t>
            </a:r>
            <a:r>
              <a:rPr dirty="0"/>
              <a:t>:</a:t>
            </a:r>
            <a:r>
              <a:rPr lang="en-US" dirty="0"/>
              <a:t> https://www.linkedin.com/in/akhilkumar-ak/</a:t>
            </a:r>
          </a:p>
          <a:p>
            <a:r>
              <a:rPr lang="en-US" dirty="0"/>
              <a:t>GitHub: </a:t>
            </a:r>
            <a:r>
              <a:rPr lang="en-US" dirty="0">
                <a:hlinkClick r:id="rId2"/>
              </a:rPr>
              <a:t>https://github.com/akhilkumar-dataAnalyst</a:t>
            </a:r>
            <a:endParaRPr lang="en-US" dirty="0"/>
          </a:p>
          <a:p>
            <a:r>
              <a:rPr dirty="0"/>
              <a:t>Email: akhil</a:t>
            </a:r>
            <a:r>
              <a:rPr lang="en-US" dirty="0"/>
              <a:t>kumar55077@gmail</a:t>
            </a:r>
            <a:r>
              <a:rPr dirty="0"/>
              <a:t>.com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132</TotalTime>
  <Words>251</Words>
  <Application>Microsoft Office PowerPoint</Application>
  <PresentationFormat>On-screen Show (4:3)</PresentationFormat>
  <Paragraphs>41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Century Gothic</vt:lpstr>
      <vt:lpstr>system-ui</vt:lpstr>
      <vt:lpstr>Wingdings 3</vt:lpstr>
      <vt:lpstr>Ion Boardroom</vt:lpstr>
      <vt:lpstr>AtliQ Hotels  Exploratory Data Analysis in the Hospitality Domain Project</vt:lpstr>
      <vt:lpstr>Project Overview</vt:lpstr>
      <vt:lpstr>Datasets Used</vt:lpstr>
      <vt:lpstr>Analysis Workflow</vt:lpstr>
      <vt:lpstr>Tech Stack Used</vt:lpstr>
      <vt:lpstr>1. Data Import and Data Exploration </vt:lpstr>
      <vt:lpstr>PowerPoint Presentation</vt:lpstr>
      <vt:lpstr>PowerPoint Presentation</vt:lpstr>
      <vt:lpstr>PowerPoint Presentation</vt:lpstr>
      <vt:lpstr>   2. Data Cleaning  </vt:lpstr>
      <vt:lpstr>PowerPoint Presentation</vt:lpstr>
      <vt:lpstr>PowerPoint Presentation</vt:lpstr>
      <vt:lpstr>PowerPoint Presentation</vt:lpstr>
      <vt:lpstr>PowerPoint Presentation</vt:lpstr>
      <vt:lpstr>3. Data Transformation </vt:lpstr>
      <vt:lpstr>PowerPoint Presentation</vt:lpstr>
      <vt:lpstr>4. Insights Generation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 &amp; Findings</vt:lpstr>
      <vt:lpstr>Conclusion</vt:lpstr>
      <vt:lpstr>Connect with 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AtliQ Hotels Data Analysis Project</dc:title>
  <dc:subject/>
  <dc:creator>Akhil</dc:creator>
  <cp:keywords/>
  <dc:description>generated using python-pptx</dc:description>
  <cp:lastModifiedBy>Akhil kumar</cp:lastModifiedBy>
  <cp:revision>16</cp:revision>
  <dcterms:created xsi:type="dcterms:W3CDTF">2013-01-27T09:14:16Z</dcterms:created>
  <dcterms:modified xsi:type="dcterms:W3CDTF">2025-11-28T07:00:57Z</dcterms:modified>
  <cp:category/>
</cp:coreProperties>
</file>